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8A777-4AC8-4789-B373-CF0BEA920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5824" y="1088497"/>
            <a:ext cx="8791575" cy="3847570"/>
          </a:xfrm>
        </p:spPr>
        <p:txBody>
          <a:bodyPr/>
          <a:lstStyle/>
          <a:p>
            <a:r>
              <a:rPr lang="pt-BR" dirty="0"/>
              <a:t>marco regulatório da indústria de jogos áreas de atuação</a:t>
            </a:r>
          </a:p>
        </p:txBody>
      </p:sp>
    </p:spTree>
    <p:extLst>
      <p:ext uri="{BB962C8B-B14F-4D97-AF65-F5344CB8AC3E}">
        <p14:creationId xmlns:p14="http://schemas.microsoft.com/office/powerpoint/2010/main" val="4168581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06E71-EF61-467E-BF2E-2F5FC1A4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813" y="1066800"/>
            <a:ext cx="3643842" cy="1030288"/>
          </a:xfrm>
        </p:spPr>
        <p:txBody>
          <a:bodyPr>
            <a:normAutofit/>
          </a:bodyPr>
          <a:lstStyle/>
          <a:p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Artista Visual para Jogos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360A1-8526-4C37-BD64-BDDC45826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219199"/>
            <a:ext cx="4878389" cy="3541714"/>
          </a:xfrm>
        </p:spPr>
        <p:txBody>
          <a:bodyPr/>
          <a:lstStyle/>
          <a:p>
            <a:pPr marL="0" indent="0">
              <a:buNone/>
            </a:pP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Responsável por cenários, modelagem 3D, animações, texturas e interface visual</a:t>
            </a:r>
            <a:r>
              <a:rPr lang="pt-BR" b="0" i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.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406ADA-6DE4-4C56-924F-A8B0D0D261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Especialista em criar trilhas sonoras, efeitos sonoros.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9340BAB-85E4-4301-8E32-D68688E21797}"/>
              </a:ext>
            </a:extLst>
          </p:cNvPr>
          <p:cNvSpPr txBox="1">
            <a:spLocks/>
          </p:cNvSpPr>
          <p:nvPr/>
        </p:nvSpPr>
        <p:spPr>
          <a:xfrm>
            <a:off x="6678611" y="1066800"/>
            <a:ext cx="3862387" cy="1030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Artista de Áudio para Jogos</a:t>
            </a:r>
          </a:p>
        </p:txBody>
      </p:sp>
      <p:pic>
        <p:nvPicPr>
          <p:cNvPr id="8" name="Picture 4" descr="Rafael Grassetti: o brasileiro por trás do jogo God of War">
            <a:extLst>
              <a:ext uri="{FF2B5EF4-FFF2-40B4-BE49-F238E27FC236}">
                <a16:creationId xmlns:a16="http://schemas.microsoft.com/office/drawing/2014/main" id="{A4677000-7B26-4F9F-96E4-27CDF22B6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98" y="3545358"/>
            <a:ext cx="4875210" cy="310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O áudio para games ainda é pouco discutido no mercado musical brasileiro, mas já virou uma área estratégica da indústria do entretenimento. Em entrevista ao Mundo da Música, o designer de áudio">
            <a:extLst>
              <a:ext uri="{FF2B5EF4-FFF2-40B4-BE49-F238E27FC236}">
                <a16:creationId xmlns:a16="http://schemas.microsoft.com/office/drawing/2014/main" id="{D3378F3E-7354-4D2E-B439-DF660D349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031" y="3545358"/>
            <a:ext cx="2313288" cy="290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2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5BD238-C005-44D2-8769-AFE6F92DD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7" y="454551"/>
            <a:ext cx="4649783" cy="823912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Designer de Narrativa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00AAAF-E535-458C-9C41-99ABC7148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8290" y="1794135"/>
            <a:ext cx="4878391" cy="2717801"/>
          </a:xfrm>
        </p:spPr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Responsável por conceber e implementar a história, estrutura narrativa, diálogos e arcos de personagens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29816B-2178-4BF1-948C-02ABD455F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8" y="454551"/>
            <a:ext cx="4646602" cy="823912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Designer de Jogos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857BBB-8A8C-4853-9E9F-2C36F60A9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794136"/>
            <a:ext cx="4875210" cy="2717801"/>
          </a:xfrm>
        </p:spPr>
        <p:txBody>
          <a:bodyPr/>
          <a:lstStyle/>
          <a:p>
            <a:r>
              <a:rPr lang="pt-BR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Focado em projetar, balancear e aprimorar as regras, mecânicas, sistemas e o ritmo da experiência interativa</a:t>
            </a:r>
            <a:r>
              <a:rPr lang="pt-BR" b="0" u="none" strike="noStrike" dirty="0">
                <a:effectLst/>
                <a:latin typeface="Google Sans"/>
              </a:rPr>
              <a:t>.</a:t>
            </a:r>
            <a:endParaRPr lang="pt-BR" dirty="0"/>
          </a:p>
        </p:txBody>
      </p:sp>
      <p:pic>
        <p:nvPicPr>
          <p:cNvPr id="1030" name="Picture 6" descr="Quanto ganha um desenvolvedor de games?">
            <a:extLst>
              <a:ext uri="{FF2B5EF4-FFF2-40B4-BE49-F238E27FC236}">
                <a16:creationId xmlns:a16="http://schemas.microsoft.com/office/drawing/2014/main" id="{AADC28A6-C4CD-45EB-AB09-756B7943E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8" y="3743057"/>
            <a:ext cx="4020081" cy="256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582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B458A5-4761-4B08-AE24-A21FA5BCB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6621" y="1125063"/>
            <a:ext cx="3196899" cy="685800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Programador de Jogos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F7C655-CC9D-44CF-86E5-5963994BC71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30952" y="2274405"/>
            <a:ext cx="3208735" cy="2430936"/>
          </a:xfrm>
        </p:spPr>
        <p:txBody>
          <a:bodyPr/>
          <a:lstStyle/>
          <a:p>
            <a:br>
              <a:rPr lang="pt-BR" dirty="0"/>
            </a:br>
            <a:br>
              <a:rPr lang="pt-BR" dirty="0"/>
            </a:br>
            <a:r>
              <a:rPr lang="pt-BR" dirty="0"/>
              <a:t>Desenvolve a lógica e o código que permitem o funcionamento do jogo, integrando áudio, física e jogabilidade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4D1D10C-4BFB-404C-B60A-48F0BA1EA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43520" y="874075"/>
            <a:ext cx="3184385" cy="685800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Testador de Jogos 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DF8F1A0-F581-49FF-9A8C-1D5C8843E699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398149" y="2337521"/>
            <a:ext cx="3195830" cy="2430936"/>
          </a:xfrm>
        </p:spPr>
        <p:txBody>
          <a:bodyPr/>
          <a:lstStyle/>
          <a:p>
            <a:br>
              <a:rPr lang="pt-BR" dirty="0"/>
            </a:br>
            <a:br>
              <a:rPr lang="pt-BR" dirty="0"/>
            </a:br>
            <a:r>
              <a:rPr lang="pt-BR" dirty="0"/>
              <a:t>Avalia jogos em desenvolvimento para identificar </a:t>
            </a:r>
            <a:r>
              <a:rPr lang="pt-BR" b="0" i="1" u="none" strike="noStrike" dirty="0">
                <a:effectLst/>
                <a:latin typeface="Google Sans"/>
              </a:rPr>
              <a:t>bugs</a:t>
            </a:r>
            <a:r>
              <a:rPr lang="pt-BR" dirty="0"/>
              <a:t> e problemas de balanceamento, garantindo a qualidade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0E9837B-43AB-4E9B-B6D0-54E52F7E6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2442" y="874075"/>
            <a:ext cx="3194968" cy="685800"/>
          </a:xfrm>
        </p:spPr>
        <p:txBody>
          <a:bodyPr/>
          <a:lstStyle/>
          <a:p>
            <a:endParaRPr lang="pt-BR" b="1" u="none" strike="noStrike" dirty="0">
              <a:effectLst/>
              <a:latin typeface="Google Sans"/>
            </a:endParaRPr>
          </a:p>
          <a:p>
            <a:r>
              <a:rPr lang="pt-BR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Produtor de Jogos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8574799-9C7C-48CB-9B44-5D6F7462FD5F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37108" y="2337521"/>
            <a:ext cx="3194968" cy="2430936"/>
          </a:xfrm>
        </p:spPr>
        <p:txBody>
          <a:bodyPr/>
          <a:lstStyle/>
          <a:p>
            <a:br>
              <a:rPr lang="pt-BR" dirty="0"/>
            </a:br>
            <a:br>
              <a:rPr lang="pt-BR" dirty="0"/>
            </a:br>
            <a:r>
              <a:rPr lang="pt-BR" dirty="0"/>
              <a:t>Lidera e supervisiona o desenvolvimento, gerenciando o escopo, cronogramas, orçamentos e a equipe</a:t>
            </a:r>
          </a:p>
        </p:txBody>
      </p:sp>
      <p:pic>
        <p:nvPicPr>
          <p:cNvPr id="3074" name="Picture 2" descr="Programador de jogos: o que faz e como se tornar um | Hora de Codar">
            <a:extLst>
              <a:ext uri="{FF2B5EF4-FFF2-40B4-BE49-F238E27FC236}">
                <a16:creationId xmlns:a16="http://schemas.microsoft.com/office/drawing/2014/main" id="{B9C921BE-CCE4-4953-8C66-684BDC675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21" y="4504267"/>
            <a:ext cx="2294497" cy="202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les são pagos para jogar videogame, mas odeiam essa vida - 23/05/2017 - UOL Start">
            <a:extLst>
              <a:ext uri="{FF2B5EF4-FFF2-40B4-BE49-F238E27FC236}">
                <a16:creationId xmlns:a16="http://schemas.microsoft.com/office/drawing/2014/main" id="{2BE6F6B7-B7C7-4125-9644-28574E66D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4519583"/>
            <a:ext cx="2573867" cy="211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andemia impulsiona o mercado de games no Brasil e cria nova demanda - Dia a Dia Notícias">
            <a:extLst>
              <a:ext uri="{FF2B5EF4-FFF2-40B4-BE49-F238E27FC236}">
                <a16:creationId xmlns:a16="http://schemas.microsoft.com/office/drawing/2014/main" id="{3CF986EF-1949-4FF2-ABF2-61C1BB014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267" y="4504267"/>
            <a:ext cx="2650066" cy="211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4141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{FEC27A04-FD7D-4068-8C63-DDDC8A09AE8E}TF6d5feb1e-e145-43f1-b745-cb4b54c5ee9731f13515-e253e8675b74</Template>
  <TotalTime>32</TotalTime>
  <Words>150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Google Sans</vt:lpstr>
      <vt:lpstr>Tw Cen MT</vt:lpstr>
      <vt:lpstr>Circuito</vt:lpstr>
      <vt:lpstr>marco regulatório da indústria de jogos áreas de atuação</vt:lpstr>
      <vt:lpstr>Artista Visual para Jogos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regulatório da indústria de jogos áreas de atuação</dc:title>
  <dc:creator>aluno</dc:creator>
  <cp:lastModifiedBy>aluno</cp:lastModifiedBy>
  <cp:revision>1</cp:revision>
  <dcterms:created xsi:type="dcterms:W3CDTF">2026-08-18T11:17:43Z</dcterms:created>
  <dcterms:modified xsi:type="dcterms:W3CDTF">2026-08-18T11:50:28Z</dcterms:modified>
</cp:coreProperties>
</file>